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fda07321b446cf" /><Relationship Type="http://schemas.openxmlformats.org/officeDocument/2006/relationships/extended-properties" Target="/docProps/app.xml" Id="Rca29a7bcfb4f43e8" /><Relationship Type="http://schemas.openxmlformats.org/officeDocument/2006/relationships/officeDocument" Target="/ppt/presentation.xml" Id="R0fd83934e73441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ed9e6d73cd4836"/>
  </p:sldMasterIdLst>
  <p:notesMasterIdLst>
    <p:notesMasterId xmlns:r="http://schemas.openxmlformats.org/officeDocument/2006/relationships" r:id="Re2da5a2597eb46ea"/>
  </p:notesMasterIdLst>
  <p:sldIdLst>
    <p:sldId xmlns:r="http://schemas.openxmlformats.org/officeDocument/2006/relationships" id="256" r:id="R02cd837ed36c4dd3"/>
    <p:sldId xmlns:r="http://schemas.openxmlformats.org/officeDocument/2006/relationships" id="257" r:id="R6bcbc0479e384c06"/>
    <p:sldId xmlns:r="http://schemas.openxmlformats.org/officeDocument/2006/relationships" id="258" r:id="Rb4ef01e3d9794be1"/>
    <p:sldId xmlns:r="http://schemas.openxmlformats.org/officeDocument/2006/relationships" id="259" r:id="R8bbb17c48c784fc5"/>
    <p:sldId xmlns:r="http://schemas.openxmlformats.org/officeDocument/2006/relationships" id="260" r:id="Ra3f164517b2d47f3"/>
    <p:sldId xmlns:r="http://schemas.openxmlformats.org/officeDocument/2006/relationships" id="261" r:id="Racb904434b0f41f0"/>
    <p:sldId xmlns:r="http://schemas.openxmlformats.org/officeDocument/2006/relationships" id="262" r:id="Rdf3013c28eb9463f"/>
    <p:sldId xmlns:r="http://schemas.openxmlformats.org/officeDocument/2006/relationships" id="263" r:id="R7d7f902567b64e7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2f5e2b76f54199" /><Relationship Type="http://schemas.openxmlformats.org/officeDocument/2006/relationships/slideMaster" Target="/ppt/slideMasters/slideMaster1.xml" Id="R65ed9e6d73cd4836" /><Relationship Type="http://schemas.openxmlformats.org/officeDocument/2006/relationships/notesMaster" Target="/ppt/notesMasters/notesMaster1.xml" Id="Re2da5a2597eb46ea" /><Relationship Type="http://schemas.openxmlformats.org/officeDocument/2006/relationships/presProps" Target="/ppt/presProps.xml" Id="R1cc54e80a619454d" /><Relationship Type="http://schemas.openxmlformats.org/officeDocument/2006/relationships/tableStyles" Target="/ppt/tableStyles.xml" Id="R3e5164e6fc2441bd" /><Relationship Type="http://schemas.openxmlformats.org/officeDocument/2006/relationships/slide" Target="/ppt/slides/slide1.xml" Id="R02cd837ed36c4dd3" /><Relationship Type="http://schemas.openxmlformats.org/officeDocument/2006/relationships/slide" Target="/ppt/slides/slide2.xml" Id="R6bcbc0479e384c06" /><Relationship Type="http://schemas.openxmlformats.org/officeDocument/2006/relationships/slide" Target="/ppt/slides/slide3.xml" Id="Rb4ef01e3d9794be1" /><Relationship Type="http://schemas.openxmlformats.org/officeDocument/2006/relationships/slide" Target="/ppt/slides/slide4.xml" Id="R8bbb17c48c784fc5" /><Relationship Type="http://schemas.openxmlformats.org/officeDocument/2006/relationships/slide" Target="/ppt/slides/slide5.xml" Id="Ra3f164517b2d47f3" /><Relationship Type="http://schemas.openxmlformats.org/officeDocument/2006/relationships/slide" Target="/ppt/slides/slide6.xml" Id="Racb904434b0f41f0" /><Relationship Type="http://schemas.openxmlformats.org/officeDocument/2006/relationships/slide" Target="/ppt/slides/slide7.xml" Id="Rdf3013c28eb9463f" /><Relationship Type="http://schemas.openxmlformats.org/officeDocument/2006/relationships/slide" Target="/ppt/slides/slide8.xml" Id="R7d7f902567b64e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3ebf3811794b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01918e6f1d4922" /><Relationship Type="http://schemas.openxmlformats.org/officeDocument/2006/relationships/notesMaster" Target="/ppt/notesMasters/notesMaster1.xml" Id="R2d86c7c6038445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fe484d995247d9" /><Relationship Type="http://schemas.openxmlformats.org/officeDocument/2006/relationships/notesMaster" Target="/ppt/notesMasters/notesMaster1.xml" Id="R0767f0c3038846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24e0f5990548f2" /><Relationship Type="http://schemas.openxmlformats.org/officeDocument/2006/relationships/notesMaster" Target="/ppt/notesMasters/notesMaster1.xml" Id="R8a61dd58387e44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44401f1dc54754" /><Relationship Type="http://schemas.openxmlformats.org/officeDocument/2006/relationships/notesMaster" Target="/ppt/notesMasters/notesMaster1.xml" Id="R1c37ea6cce8c43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d6adaa2d1e4684" /><Relationship Type="http://schemas.openxmlformats.org/officeDocument/2006/relationships/notesMaster" Target="/ppt/notesMasters/notesMaster1.xml" Id="R6a827ae27b1043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a029245a2a4935" /><Relationship Type="http://schemas.openxmlformats.org/officeDocument/2006/relationships/notesMaster" Target="/ppt/notesMasters/notesMaster1.xml" Id="Rcb7a6d24e1f04e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8c8b68ac634fda" /><Relationship Type="http://schemas.openxmlformats.org/officeDocument/2006/relationships/notesMaster" Target="/ppt/notesMasters/notesMaster1.xml" Id="R4c2f77cdac7a4b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adbde6626746dd" /><Relationship Type="http://schemas.openxmlformats.org/officeDocument/2006/relationships/notesMaster" Target="/ppt/notesMasters/notesMaster1.xml" Id="Re3c03ab8983f4a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/Users/aleixc/Documents/VibeNotchWeb/vibecapture/assets/vibecapture-icon.png — official current app icon supplied locally.</a:t>
            </a:r>
          </a:p>
          <a:p xmlns:a="http://schemas.openxmlformats.org/drawingml/2006/main">
            <a:r>
              <a:t>- /Users/aleixc/Documents/VibeNotchWeb/vibecapture/assets/hero-editor.jpg — current VibeCapture editor UI supplied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/Users/aleixc/Documents/VibeNotchWeb/vibecapture/assets/recording-studio-live.jpg — current public-safe capture screen supplied locally.</a:t>
            </a:r>
          </a:p>
          <a:p xmlns:a="http://schemas.openxmlformats.org/drawingml/2006/main">
            <a:r>
              <a:t>- /Users/aleixc/Documents/VibeNotchWeb/vibecapture/assets/recording-studio-settings.jpg — current public-safe Preflight controls supplied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/Users/aleixc/Downloads/recordingaug21559-2.mp4 — user-supplied 1920x1080 example output video; local stills at 0.30 s, 5.40 s, and 10.60 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/Users/aleixc/Documents/VibeNotchWeb/vibecapture/assets/motion-library.jpg — current Motion inspector supplied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/Users/aleixc/Documents/VibeNotchWeb/vibecapture/assets/captions-editor.jpg — current Text inspector and local transcription controls supplied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/Users/aleixc/Documents/VibeNotchWeb/vibecapture/assets/formats-scene.jpg — current Scene inspector supplied locally.</a:t>
            </a:r>
          </a:p>
          <a:p xmlns:a="http://schemas.openxmlformats.org/drawingml/2006/main">
            <a:r>
              <a:t>- /Users/aleixc/Downloads/recordingaug21559-2.mp4 — user-supplied example output video; local still at 0.30 s reused only to demonstrate the four real aspect ratios.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/Users/aleixc/Documents/VibeNotchWeb/vibecapture/assets/export-sheet.jpg — current VibeCapture export sheet supplied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/Users/aleixc/Documents/VibeNotchWeb/vibecapture/assets/vibecapture-icon.png — official current app icon supplied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101cf401448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979e5d73934d67" /><Relationship Type="http://schemas.openxmlformats.org/officeDocument/2006/relationships/slideLayout" Target="/ppt/slideLayouts/slideLayout1.xml" Id="Rf434233f6e7945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34233f6e7945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0fd0e148240b8" /><Relationship Type="http://schemas.openxmlformats.org/officeDocument/2006/relationships/image" Target="/ppt/media/image.png" Id="Rd722dc57631a4386" /><Relationship Type="http://schemas.openxmlformats.org/officeDocument/2006/relationships/image" Target="/ppt/media/image.jpeg" Id="Rc47f29b853874d68" /><Relationship Type="http://schemas.openxmlformats.org/officeDocument/2006/relationships/notesSlide" Target="/ppt/notesSlides/notesSlide1.xml" Id="R0b39e5c4116a46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c07377f6148cd" /><Relationship Type="http://schemas.openxmlformats.org/officeDocument/2006/relationships/image" Target="/ppt/media/image2.jpeg" Id="R9e4707ef913f45a5" /><Relationship Type="http://schemas.openxmlformats.org/officeDocument/2006/relationships/image" Target="/ppt/media/image3.jpeg" Id="R46679545dd314eaa" /><Relationship Type="http://schemas.openxmlformats.org/officeDocument/2006/relationships/notesSlide" Target="/ppt/notesSlides/notesSlide2.xml" Id="R35f740f0f96444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d1555e94c499c" /><Relationship Type="http://schemas.openxmlformats.org/officeDocument/2006/relationships/image" Target="/ppt/media/image4.jpeg" Id="Re437adfe0a1e44ce" /><Relationship Type="http://schemas.openxmlformats.org/officeDocument/2006/relationships/image" Target="/ppt/media/image5.jpeg" Id="R70da9c08c42048ed" /><Relationship Type="http://schemas.openxmlformats.org/officeDocument/2006/relationships/image" Target="/ppt/media/image6.jpeg" Id="Rfde7fd13fa3c4307" /><Relationship Type="http://schemas.openxmlformats.org/officeDocument/2006/relationships/notesSlide" Target="/ppt/notesSlides/notesSlide3.xml" Id="R89d9afbf5c5546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5a235712c479d" /><Relationship Type="http://schemas.openxmlformats.org/officeDocument/2006/relationships/image" Target="/ppt/media/image7.jpeg" Id="Re60dd194b18a4788" /><Relationship Type="http://schemas.openxmlformats.org/officeDocument/2006/relationships/notesSlide" Target="/ppt/notesSlides/notesSlide4.xml" Id="R569c7dfc9b3249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8032bebb84742" /><Relationship Type="http://schemas.openxmlformats.org/officeDocument/2006/relationships/image" Target="/ppt/media/image8.jpeg" Id="Rc655d795f27546ac" /><Relationship Type="http://schemas.openxmlformats.org/officeDocument/2006/relationships/notesSlide" Target="/ppt/notesSlides/notesSlide5.xml" Id="R2884fe254a0f47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582c930e7489a" /><Relationship Type="http://schemas.openxmlformats.org/officeDocument/2006/relationships/image" Target="/ppt/media/image9.jpeg" Id="Rd025f1c6f0eb416e" /><Relationship Type="http://schemas.openxmlformats.org/officeDocument/2006/relationships/image" Target="/ppt/media/image10.jpeg" Id="R197394a9348a4422" /><Relationship Type="http://schemas.openxmlformats.org/officeDocument/2006/relationships/image" Target="/ppt/media/image11.jpeg" Id="R0b652df72c344ae8" /><Relationship Type="http://schemas.openxmlformats.org/officeDocument/2006/relationships/image" Target="/ppt/media/image12.jpeg" Id="Rf5ca3a56b75c4959" /><Relationship Type="http://schemas.openxmlformats.org/officeDocument/2006/relationships/image" Target="/ppt/media/image13.jpeg" Id="Rb31e5b14fb994d0b" /><Relationship Type="http://schemas.openxmlformats.org/officeDocument/2006/relationships/notesSlide" Target="/ppt/notesSlides/notesSlide6.xml" Id="R5fe68f063b9948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41beb394c48cb" /><Relationship Type="http://schemas.openxmlformats.org/officeDocument/2006/relationships/image" Target="/ppt/media/image14.jpeg" Id="R97e8b3b9ad7d4e6d" /><Relationship Type="http://schemas.openxmlformats.org/officeDocument/2006/relationships/notesSlide" Target="/ppt/notesSlides/notesSlide7.xml" Id="R077ca3e6c0f44d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2f58967954b86" /><Relationship Type="http://schemas.openxmlformats.org/officeDocument/2006/relationships/image" Target="/ppt/media/image2.png" Id="Rbc5f6c5247824dfb" /><Relationship Type="http://schemas.openxmlformats.org/officeDocument/2006/relationships/notesSlide" Target="/ppt/notesSlides/notesSlide8.xml" Id="R1e6ad382e334405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3765"/>
            </a:gs>
            <a:gs pos="30000">
              <a:srgbClr val="07101F"/>
            </a:gs>
            <a:gs pos="62000">
              <a:srgbClr val="05070A"/>
            </a:gs>
            <a:gs pos="100000">
              <a:srgbClr val="07100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2dc57631a4386"/>
          <a:stretch xmlns:a="http://schemas.openxmlformats.org/drawingml/2006/main"/>
        </p:blipFill>
        <p:spPr>
          <a:xfrm xmlns:a="http://schemas.openxmlformats.org/drawingml/2006/main">
            <a:off x="914400" y="800100"/>
            <a:ext cx="1066800" cy="1066800"/>
          </a:xfrm>
          <a:prstGeom xmlns:a="http://schemas.openxmlformats.org/drawingml/2006/main" prst="roundRect">
            <a:avLst>
              <a:gd name="adj" fmla="val 2232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C206F-4706-4764-98A4-3D330F13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0096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VibeCapture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A3109-96B1-4BF4-A3DE-884A03B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7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Captura 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CBDBC-0A59-486D-8298-1750464C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7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producto.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5D708-8FBA-47A6-94E8-28866C60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70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rPr>
              <a:t>Cuenta la historia.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47DD3-FD16-4A7D-9F5B-0FBDC5DE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El estudio de vídeo de producto diseñado para Mac.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5A136-5169-4E02-8B61-0CFCABC9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47190-581A-42C7-90D0-E6223155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Captura. Edita. Publica.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9E7B5-BAB6-4585-AF75-3F8FD9E2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71650"/>
            <a:ext cx="8686800" cy="50863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f29b853874d68"/>
          <a:stretch xmlns:a="http://schemas.openxmlformats.org/drawingml/2006/main"/>
        </p:blipFill>
        <p:spPr>
          <a:xfrm xmlns:a="http://schemas.openxmlformats.org/drawingml/2006/main">
            <a:off x="8763446" y="1828800"/>
            <a:ext cx="8571607" cy="4972050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6643C-01D1-4531-9109-6883F491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162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6F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FA8FF"/>
                </a:solidFill>
                <a:latin typeface="Helvetica Neue"/>
                <a:ea typeface="Helvetica Neue"/>
                <a:cs typeface="Helvetica Neue"/>
              </a:rPr>
              <a:t>PRESENTACIÓN DE PRODUCTO</a:t>
            </a:r>
          </a:p>
        </p:txBody>
      </p:sp>
    </p:spTree>
    <p:extLst>
      <p:ext uri="{BB962C8B-B14F-4D97-AF65-F5344CB8AC3E}">
        <p14:creationId xmlns:p14="http://schemas.microsoft.com/office/powerpoint/2010/main" val="2087194170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20D"/>
            </a:gs>
            <a:gs pos="28000">
              <a:srgbClr val="071006"/>
            </a:gs>
            <a:gs pos="68000">
              <a:srgbClr val="05070A"/>
            </a:gs>
            <a:gs pos="100000">
              <a:srgbClr val="08132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B834D-A931-46F4-B5B1-3C9E0EB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466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La producción empieza antes de pulsar Record.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8E8F6-13CB-4C2D-B41E-5AB227A4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323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Elige pantalla, ventana o área; confirma audio, micrófono, cámara y zoom inteligente.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191D1-830D-44E2-B850-65EDB110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1353800" cy="6638925"/>
          </a:xfrm>
          <a:prstGeom xmlns:a="http://schemas.openxmlformats.org/drawingml/2006/main" prst="roundRect">
            <a:avLst>
              <a:gd name="adj" fmla="val 4304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707ef913f45a5"/>
          <a:stretch xmlns:a="http://schemas.openxmlformats.org/drawingml/2006/main"/>
        </p:blipFill>
        <p:spPr>
          <a:xfrm xmlns:a="http://schemas.openxmlformats.org/drawingml/2006/main">
            <a:off x="914400" y="2726668"/>
            <a:ext cx="11239500" cy="6519589"/>
          </a:xfrm>
          <a:prstGeom xmlns:a="http://schemas.openxmlformats.org/drawingml/2006/main" prst="roundRect">
            <a:avLst>
              <a:gd name="adj" fmla="val 35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9C2D1-BAE2-4729-8680-F706CA85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2419350"/>
            <a:ext cx="4210050" cy="7067550"/>
          </a:xfrm>
          <a:prstGeom xmlns:a="http://schemas.openxmlformats.org/drawingml/2006/main" prst="roundRect">
            <a:avLst>
              <a:gd name="adj" fmla="val 6787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79545dd314eaa"/>
          <a:stretch xmlns:a="http://schemas.openxmlformats.org/drawingml/2006/main"/>
        </p:blipFill>
        <p:spPr>
          <a:xfrm xmlns:a="http://schemas.openxmlformats.org/drawingml/2006/main">
            <a:off x="12897379" y="2476500"/>
            <a:ext cx="4094692" cy="6953250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07063-5686-44F3-8537-22142F8B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VibeCapture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95E83-49A1-47AD-8EDF-AEB9C64F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245380501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3765"/>
            </a:gs>
            <a:gs pos="30000">
              <a:srgbClr val="07101F"/>
            </a:gs>
            <a:gs pos="62000">
              <a:srgbClr val="05070A"/>
            </a:gs>
            <a:gs pos="100000">
              <a:srgbClr val="07100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D2700-66ED-4E41-9CBA-7D1021D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428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El resultado se entiende antes de explicarlo.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E69DE-A8FE-4731-8BB6-81C4FA20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Un ejemplo real: del plano general al detalle, siguiendo la interacción.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235A6-5CAA-4319-82B0-C7EB520A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5162550" cy="54483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7adfe0a1e44ce"/>
          <a:srcRect xmlns:a="http://schemas.openxmlformats.org/drawingml/2006/main" l="23382" t="0" r="233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857500"/>
            <a:ext cx="5048250" cy="5334000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13F2B-336B-4078-9272-0CF41ACA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00350"/>
            <a:ext cx="5162550" cy="54483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a9c08c42048ed"/>
          <a:srcRect xmlns:a="http://schemas.openxmlformats.org/drawingml/2006/main" l="23382" t="0" r="233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9875" y="2857500"/>
            <a:ext cx="5048250" cy="5334000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59EDF-AF5F-48BB-A4A1-6F15DD9D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800350"/>
            <a:ext cx="5162550" cy="54483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7fd13fa3c4307"/>
          <a:srcRect xmlns:a="http://schemas.openxmlformats.org/drawingml/2006/main" l="23382" t="0" r="233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25350" y="2857500"/>
            <a:ext cx="5048250" cy="5334000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F851A-3A89-4B81-891B-7040815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772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6F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FA8FF"/>
                </a:solidFill>
                <a:latin typeface="Helvetica Neue"/>
                <a:ea typeface="Helvetica Neue"/>
                <a:cs typeface="Helvetica Neue"/>
              </a:rPr>
              <a:t>PLANO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ADA41-E4B8-4085-B1B3-95790EED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84772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rPr>
              <a:t>FOCO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010C9-4983-42D8-BC39-0A4998BA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84772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6FA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FA8FF"/>
                </a:solidFill>
                <a:latin typeface="Helvetica Neue"/>
                <a:ea typeface="Helvetica Neue"/>
                <a:cs typeface="Helvetica Neue"/>
              </a:rPr>
              <a:t>ACCIÓN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299EE-E66C-4898-9977-853EFBE9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05900"/>
            <a:ext cx="16459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3351C-B908-4502-B9D3-148ED535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VibeCapture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30451-1536-4170-BBB9-D8CB0F09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44159546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3765"/>
            </a:gs>
            <a:gs pos="30000">
              <a:srgbClr val="07101F"/>
            </a:gs>
            <a:gs pos="62000">
              <a:srgbClr val="05070A"/>
            </a:gs>
            <a:gs pos="100000">
              <a:srgbClr val="07100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7A669-9D20-4F53-A135-75082411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La atención sigue la acción.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4E2D8-79D1-4589-AD95-8A3499A4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rPr>
              <a:t>Zoom inteligente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070A3-694D-483E-B8DD-1FB92940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Sigue los clics o acompaña el cursor para que cada paso se entienda.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6EEF6-4579-4766-9BAF-B05ADB2F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Movimiento natural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4FF64-742B-4747-8254-39A7F629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2935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Ajusta carácter, intensidad, tamaño y suavidad desde el mismo proyecto.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995AC-E9EB-42F2-B745-4A8ABE8F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15300"/>
            <a:ext cx="2419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B9664-9442-4D7F-A4FF-B9FBF13E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10934700" cy="64008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dd194b18a4788"/>
          <a:stretch xmlns:a="http://schemas.openxmlformats.org/drawingml/2006/main"/>
        </p:blipFill>
        <p:spPr>
          <a:xfrm xmlns:a="http://schemas.openxmlformats.org/drawingml/2006/main">
            <a:off x="6553200" y="1986207"/>
            <a:ext cx="10820400" cy="6276486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69AEB-C9DC-422F-AAFB-D0E2272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VibeCapture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966F4-9831-46B2-84EB-039C83F0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647226619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20D"/>
            </a:gs>
            <a:gs pos="28000">
              <a:srgbClr val="071006"/>
            </a:gs>
            <a:gs pos="68000">
              <a:srgbClr val="05070A"/>
            </a:gs>
            <a:gs pos="100000">
              <a:srgbClr val="08132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8BDDC-C34E-427C-8773-F5AB7C85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Todo sigue siendo editable.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9A4F7-E1AF-4880-882A-F7B86D3C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Cortes, zoom, audio y subtítulos viven en la misma línea de tiempo.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5527A-13F2-4AF0-8655-B2DA7853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1449050" cy="6686550"/>
          </a:xfrm>
          <a:prstGeom xmlns:a="http://schemas.openxmlformats.org/drawingml/2006/main" prst="roundRect">
            <a:avLst>
              <a:gd name="adj" fmla="val 4274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5d795f27546ac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724150"/>
            <a:ext cx="11334750" cy="65722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0C34D-7B5C-428C-8F8C-228A3A90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219450"/>
            <a:ext cx="441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rPr>
              <a:t>Subtítulos locales.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C3252-40C6-43C9-9AD6-D37DB5C0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95750"/>
            <a:ext cx="4038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La transcripción se procesa en tu Mac. Nunca se sube.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0EFEB-3EAD-4307-B86C-8216AC1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1912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1CEED-2201-471A-8BE9-238C775D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59130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Estilo, posición y atajos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siguen bajo tu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3CEB8-B3E3-43AB-86F2-C70B4D81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VibeCapture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3A8CD-FE69-4491-A648-E8D721AA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357905734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3765"/>
            </a:gs>
            <a:gs pos="30000">
              <a:srgbClr val="07101F"/>
            </a:gs>
            <a:gs pos="62000">
              <a:srgbClr val="05070A"/>
            </a:gs>
            <a:gs pos="100000">
              <a:srgbClr val="07100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83235-56AD-4EA8-A846-FF0D064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200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Una edición entrega cada formato.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9AF83-15D8-48FE-91BC-572F75E6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El encuadre cambia. La edición permanece.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075E2-433A-4343-A069-5A107B6C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114800" cy="73533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5f1c6f0eb416e"/>
          <a:stretch xmlns:a="http://schemas.openxmlformats.org/drawingml/2006/main"/>
        </p:blipFill>
        <p:spPr>
          <a:xfrm xmlns:a="http://schemas.openxmlformats.org/drawingml/2006/main">
            <a:off x="914400" y="2443587"/>
            <a:ext cx="4000500" cy="7228626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4398F-BD3E-4133-B57C-681C3AB8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6781800" cy="3867150"/>
          </a:xfrm>
          <a:prstGeom xmlns:a="http://schemas.openxmlformats.org/drawingml/2006/main" prst="roundRect">
            <a:avLst>
              <a:gd name="adj" fmla="val 5419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394a9348a4422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2857500"/>
            <a:ext cx="6667500" cy="3752850"/>
          </a:xfrm>
          <a:prstGeom xmlns:a="http://schemas.openxmlformats.org/drawingml/2006/main" prst="roundRect">
            <a:avLst>
              <a:gd name="adj" fmla="val 456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8FB0C-497F-4711-B99A-1CC3BE4D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800350"/>
            <a:ext cx="2495550" cy="434340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52df72c344ae8"/>
          <a:srcRect xmlns:a="http://schemas.openxmlformats.org/drawingml/2006/main" l="34164" t="0" r="341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25600" y="2857500"/>
            <a:ext cx="2381250" cy="422910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010F8-C7BF-46E9-B496-21B8E86D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181850"/>
            <a:ext cx="2495550" cy="24955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a3a56b75c4959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7239000"/>
            <a:ext cx="23812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7032F-8D59-4655-91CC-949E857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181850"/>
            <a:ext cx="2495550" cy="308610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e5b14fb994d0b"/>
          <a:srcRect xmlns:a="http://schemas.openxmlformats.org/drawingml/2006/main" l="27464" t="0" r="274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350" y="7239000"/>
            <a:ext cx="2381250" cy="297180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5F8D6-17DD-4934-B44E-49DA8972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17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07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70A"/>
                </a:solidFill>
                <a:latin typeface="Helvetica Neue"/>
                <a:ea typeface="Helvetica Neue"/>
                <a:cs typeface="Helvetica Neue"/>
              </a:rPr>
              <a:t>16:9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AB3B9-8DCB-49DC-BB85-D1C0E92A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66484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07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70A"/>
                </a:solidFill>
                <a:latin typeface="Helvetica Neue"/>
                <a:ea typeface="Helvetica Neue"/>
                <a:cs typeface="Helvetica Neue"/>
              </a:rPr>
              <a:t>9:16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E7F52-783F-47FB-853E-C84EDC8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9201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07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70A"/>
                </a:solidFill>
                <a:latin typeface="Helvetica Neue"/>
                <a:ea typeface="Helvetica Neue"/>
                <a:cs typeface="Helvetica Neue"/>
              </a:rPr>
              <a:t>1:1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A1595-A200-4CCE-811F-5C9DA2C0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9772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07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70A"/>
                </a:solidFill>
                <a:latin typeface="Helvetica Neue"/>
                <a:ea typeface="Helvetica Neue"/>
                <a:cs typeface="Helvetica Neue"/>
              </a:rPr>
              <a:t>4:5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9C2BF-AAA2-46AD-8708-87627D81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VibeCapture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02A5E-ECCD-4EAD-A7EA-6797A304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1951261699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20D"/>
            </a:gs>
            <a:gs pos="28000">
              <a:srgbClr val="071006"/>
            </a:gs>
            <a:gs pos="68000">
              <a:srgbClr val="05070A"/>
            </a:gs>
            <a:gs pos="100000">
              <a:srgbClr val="08132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87133-A3A8-4D67-8F7F-9286A42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257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El proyecto sale listo para publicar.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417E3-4494-448B-9F65-89506712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43100"/>
            <a:ext cx="6781800" cy="7391400"/>
          </a:xfrm>
          <a:prstGeom xmlns:a="http://schemas.openxmlformats.org/drawingml/2006/main" prst="roundRect">
            <a:avLst>
              <a:gd name="adj" fmla="val 4213"/>
            </a:avLst>
          </a:prstGeom>
          <a:solidFill xmlns:a="http://schemas.openxmlformats.org/drawingml/2006/main">
            <a:srgbClr val="0C1118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8b3b9ad7d4e6d"/>
          <a:stretch xmlns:a="http://schemas.openxmlformats.org/drawingml/2006/main"/>
        </p:blipFill>
        <p:spPr>
          <a:xfrm xmlns:a="http://schemas.openxmlformats.org/drawingml/2006/main">
            <a:off x="2038350" y="2001982"/>
            <a:ext cx="6667500" cy="7273636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15BCC-B291-4019-BD15-D1572476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384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rPr>
              <a:t>Vídeo final o fuente limpia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C7DD1-6BEE-4D36-9A52-659D8E6A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Decide si entregas la edición completa o solo la grabación de pantalla.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E5551-F5CD-4292-9E6A-A95313DF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9ED15-7A88-4818-9199-E4EE9D8E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197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MP4 / MOV o GIF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2789C-043A-4E00-AC92-D106918E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7056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E2FDB-E504-47C1-8BB0-3390F1C2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818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16:9 · 9:16 · 1:1 · 4:5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5962C-261A-4A01-9A41-FCCC58F9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0391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Una sola exportación. El formato que necesitas.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6D461-EBEE-4635-B05F-006C9076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VibeCapture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74F35-D8C3-4B24-9E4B-C916F594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715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659728011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3765"/>
            </a:gs>
            <a:gs pos="30000">
              <a:srgbClr val="07101F"/>
            </a:gs>
            <a:gs pos="62000">
              <a:srgbClr val="05070A"/>
            </a:gs>
            <a:gs pos="100000">
              <a:srgbClr val="07100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f6c5247824dfb"/>
          <a:stretch xmlns:a="http://schemas.openxmlformats.org/drawingml/2006/main"/>
        </p:blipFill>
        <p:spPr>
          <a:xfrm xmlns:a="http://schemas.openxmlformats.org/drawingml/2006/main">
            <a:off x="7905750" y="1562100"/>
            <a:ext cx="2476500" cy="2476500"/>
          </a:xfrm>
          <a:prstGeom xmlns:a="http://schemas.openxmlformats.org/drawingml/2006/main" prst="roundRect">
            <a:avLst>
              <a:gd name="adj" fmla="val 22308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1B61C-4386-4362-AED1-A2064CA0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05350"/>
            <a:ext cx="1143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0" b="1">
                <a:solidFill>
                  <a:srgbClr val="F6F8FB"/>
                </a:solidFill>
                <a:latin typeface="Helvetica Neue"/>
                <a:ea typeface="Helvetica Neue"/>
                <a:cs typeface="Helvetica Neue"/>
              </a:rPr>
              <a:t>VibeCapture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D9612-0609-496D-A883-985BF01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62650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C7F66B"/>
                </a:solidFill>
                <a:latin typeface="Helvetica Neue"/>
                <a:ea typeface="Helvetica Neue"/>
                <a:cs typeface="Helvetica Neue"/>
              </a:rPr>
              <a:t>Captura. Edita. Publica.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C40F1-DF07-4F02-AD47-CF48685F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72390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8D64B-DD76-4293-A70A-3D56AD5D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8676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9DA7B7"/>
                </a:solidFill>
                <a:latin typeface="Helvetica Neue"/>
                <a:ea typeface="Helvetica Neue"/>
                <a:cs typeface="Helvetica Neue"/>
              </a:rPr>
              <a:t>vibenotch.es/vibecapture</a:t>
            </a:r>
          </a:p>
        </p:txBody>
      </p:sp>
    </p:spTree>
    <p:extLst>
      <p:ext uri="{BB962C8B-B14F-4D97-AF65-F5344CB8AC3E}">
        <p14:creationId xmlns:p14="http://schemas.microsoft.com/office/powerpoint/2010/main" val="2010840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2026-08-05T12:53:05.6260000Z</dcterms:created>
  <dcterms:modified xsi:type="dcterms:W3CDTF">2026-08-05T12:53:05.6260000Z</dcterms:modified>
</coreProperties>
</file>